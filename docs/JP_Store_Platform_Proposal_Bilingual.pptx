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55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オンライン注文システム ご提案 / 在线订购系统提案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JP Store Platform</a:t>
            </a:r>
            <a:r>
              <a:rPr lang="en-US"/>
              <a:t>4444</a:t>
            </a:r>
            <a:endParaRPr/>
          </a:p>
          <a:p>
            <a:r>
              <a:rPr dirty="0"/>
              <a:t>MVP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現状の課題 / 当前痛点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电话/LINE下单</a:t>
            </a:r>
          </a:p>
          <a:p>
            <a:r>
              <a:t>• 容易遗漏</a:t>
            </a:r>
          </a:p>
          <a:p>
            <a:r>
              <a:t>• 商品更新困难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提案内容 / 提案内容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顾客在线下单</a:t>
            </a:r>
          </a:p>
          <a:p>
            <a:r>
              <a:t>老板后台管理商品和订单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MVP機能 / MVP功能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前台：商品/购物车/下单</a:t>
            </a:r>
          </a:p>
          <a:p>
            <a:r>
              <a:t>后台：商品管理/订单管理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スケジュール / 开发计划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约4~6周开发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ありがとうございました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Contact: Yu Shichao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</Words>
  <Application>Microsoft Office PowerPoint</Application>
  <PresentationFormat>画面に合わせる (4:3)</PresentationFormat>
  <Paragraphs>17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オンライン注文システム ご提案 / 在线订购系统提案</vt:lpstr>
      <vt:lpstr>現状の課題 / 当前痛点</vt:lpstr>
      <vt:lpstr>提案内容 / 提案内容</vt:lpstr>
      <vt:lpstr>MVP機能 / MVP功能</vt:lpstr>
      <vt:lpstr>スケジュール / 开发计划</vt:lpstr>
      <vt:lpstr>ありがとうございました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士超 于</cp:lastModifiedBy>
  <cp:revision>2</cp:revision>
  <dcterms:created xsi:type="dcterms:W3CDTF">2013-01-27T09:14:16Z</dcterms:created>
  <dcterms:modified xsi:type="dcterms:W3CDTF">2026-07-20T02:06:10Z</dcterms:modified>
  <cp:category/>
</cp:coreProperties>
</file>